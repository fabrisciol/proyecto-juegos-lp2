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3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042814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81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643598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577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068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9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6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92779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11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125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84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00141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E7593-8462-C4F0-72A4-51EDD83BE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90871"/>
            <a:ext cx="9448800" cy="1722268"/>
          </a:xfrm>
        </p:spPr>
        <p:txBody>
          <a:bodyPr>
            <a:normAutofit/>
          </a:bodyPr>
          <a:lstStyle/>
          <a:p>
            <a:pPr algn="ctr"/>
            <a:r>
              <a:rPr lang="es-ES" sz="2400" dirty="0"/>
              <a:t>PROYECTO DE INVESTIGACIÓN APLICADA "Tienda de Videojuegos “JUEGOS.NET"</a:t>
            </a:r>
            <a:endParaRPr lang="es-PE" sz="2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5D97C2-E6E5-2624-083F-43372A8C5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897" y="2015231"/>
            <a:ext cx="9448800" cy="4580877"/>
          </a:xfrm>
        </p:spPr>
        <p:txBody>
          <a:bodyPr>
            <a:normAutofit fontScale="92500" lnSpcReduction="20000"/>
          </a:bodyPr>
          <a:lstStyle/>
          <a:p>
            <a:r>
              <a:rPr lang="es-PE" dirty="0"/>
              <a:t>Curso: LENGUAJE DE PROGRAMACIÓN II </a:t>
            </a:r>
          </a:p>
          <a:p>
            <a:br>
              <a:rPr lang="es-PE" dirty="0"/>
            </a:br>
            <a:r>
              <a:rPr lang="es-PE" dirty="0"/>
              <a:t>Profesor: JOSE AUGUSTO ATUNCAR GUZMAN </a:t>
            </a:r>
          </a:p>
          <a:p>
            <a:br>
              <a:rPr lang="es-PE" dirty="0"/>
            </a:br>
            <a:r>
              <a:rPr lang="es-PE" dirty="0"/>
              <a:t>Ciclo: CUARTO CICLO: 2026 - 02 </a:t>
            </a:r>
          </a:p>
          <a:p>
            <a:br>
              <a:rPr lang="es-PE" dirty="0"/>
            </a:br>
            <a:r>
              <a:rPr lang="es-PE" dirty="0"/>
              <a:t>Integrantes: </a:t>
            </a:r>
          </a:p>
          <a:p>
            <a:br>
              <a:rPr lang="es-PE" dirty="0"/>
            </a:br>
            <a:r>
              <a:rPr lang="es-PE" dirty="0"/>
              <a:t>FABRISCIO MAYFER AUGUSTO LOPEZ CUSIPUMA</a:t>
            </a:r>
          </a:p>
          <a:p>
            <a:endParaRPr lang="es-PE" dirty="0"/>
          </a:p>
          <a:p>
            <a:r>
              <a:rPr lang="es-PE" dirty="0"/>
              <a:t>VALENTINO EMMANUEL MELENDEZ NINANCURO </a:t>
            </a:r>
          </a:p>
          <a:p>
            <a:br>
              <a:rPr lang="es-PE" dirty="0"/>
            </a:br>
            <a:r>
              <a:rPr lang="es-PE" dirty="0"/>
              <a:t>CRISTOFER ALEJANDRO LABAN GUERRERO </a:t>
            </a:r>
          </a:p>
          <a:p>
            <a:br>
              <a:rPr lang="es-PE" dirty="0"/>
            </a:br>
            <a:r>
              <a:rPr lang="es-PE" dirty="0"/>
              <a:t>JUAN CARLOS HUATUCO ROJAS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A562739-FB39-3928-4508-FFB8D2CC4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713" y="190871"/>
            <a:ext cx="2028825" cy="6477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79F1D97-0632-3514-7B76-4E0E0B600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53121" cy="112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7ED91-2E4E-A361-443D-8D7CA24A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87893"/>
          </a:xfrm>
        </p:spPr>
        <p:txBody>
          <a:bodyPr/>
          <a:lstStyle/>
          <a:p>
            <a:pPr algn="ctr"/>
            <a:r>
              <a:rPr lang="es-ES" dirty="0"/>
              <a:t>RESUMEN 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F10A88-414A-85EA-5A41-EB939AF27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3491"/>
            <a:ext cx="9601200" cy="4233909"/>
          </a:xfrm>
        </p:spPr>
        <p:txBody>
          <a:bodyPr/>
          <a:lstStyle/>
          <a:p>
            <a:pPr marL="0" indent="0">
              <a:buNone/>
            </a:pPr>
            <a:br>
              <a:rPr lang="es-ES" dirty="0">
                <a:solidFill>
                  <a:schemeClr val="tx1"/>
                </a:solidFill>
                <a:highlight>
                  <a:srgbClr val="000000"/>
                </a:highlight>
              </a:rPr>
            </a:br>
            <a:r>
              <a:rPr lang="es-ES" sz="1800" dirty="0">
                <a:solidFill>
                  <a:schemeClr val="tx1"/>
                </a:solidFill>
              </a:rPr>
              <a:t>El presente proyecto tiene como finalidad desarrollar una aplicación web centralizada para la tienda 'JUEGOS.NET', </a:t>
            </a:r>
            <a:r>
              <a:rPr lang="es-ES" sz="1800" b="1" dirty="0">
                <a:solidFill>
                  <a:schemeClr val="tx1"/>
                </a:solidFill>
              </a:rPr>
              <a:t>orientada</a:t>
            </a:r>
            <a:r>
              <a:rPr lang="es-ES" sz="1800" dirty="0">
                <a:solidFill>
                  <a:schemeClr val="tx1"/>
                </a:solidFill>
              </a:rPr>
              <a:t> a optimizar la gestión de productos, clientes, ventas y pedidos.</a:t>
            </a:r>
            <a:br>
              <a:rPr lang="es-ES" sz="1800" dirty="0">
                <a:solidFill>
                  <a:schemeClr val="tx1"/>
                </a:solidFill>
              </a:rPr>
            </a:br>
            <a:br>
              <a:rPr lang="es-ES" sz="1800" dirty="0">
                <a:solidFill>
                  <a:schemeClr val="tx1"/>
                </a:solidFill>
              </a:rPr>
            </a:br>
            <a:r>
              <a:rPr lang="es-ES" sz="1800" dirty="0">
                <a:solidFill>
                  <a:schemeClr val="tx1"/>
                </a:solidFill>
              </a:rPr>
              <a:t>La solución facilita la administración operativa mediante arquitectura robusta y persistencia de datos en la nube.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1298803" y="3402367"/>
            <a:ext cx="49377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rPr dirty="0"/>
              <a:t>Backend &amp; Lenguaje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dirty="0"/>
              <a:t>Java con Spring Boot</a:t>
            </a:r>
          </a:p>
        </p:txBody>
      </p:sp>
      <p:sp>
        <p:nvSpPr>
          <p:cNvPr id="6" name="Rounded Rectangle 4"/>
          <p:cNvSpPr/>
          <p:nvPr/>
        </p:nvSpPr>
        <p:spPr>
          <a:xfrm>
            <a:off x="6432313" y="3402367"/>
            <a:ext cx="49377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rPr dirty="0" err="1"/>
              <a:t>Persistencia</a:t>
            </a:r>
            <a:r>
              <a:rPr dirty="0"/>
              <a:t> &amp; Datos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dirty="0"/>
              <a:t>JPA, Hibernate y Base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relacional</a:t>
            </a:r>
            <a:endParaRPr dirty="0"/>
          </a:p>
        </p:txBody>
      </p:sp>
      <p:sp>
        <p:nvSpPr>
          <p:cNvPr id="7" name="Rounded Rectangle 5"/>
          <p:cNvSpPr/>
          <p:nvPr/>
        </p:nvSpPr>
        <p:spPr>
          <a:xfrm>
            <a:off x="1298803" y="5051172"/>
            <a:ext cx="49377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rPr dirty="0" err="1"/>
              <a:t>Gestión</a:t>
            </a:r>
            <a:r>
              <a:rPr dirty="0"/>
              <a:t> &amp; </a:t>
            </a:r>
            <a:r>
              <a:rPr dirty="0" err="1"/>
              <a:t>Versiones</a:t>
            </a:r>
            <a:endParaRPr dirty="0"/>
          </a:p>
          <a:p>
            <a:pPr>
              <a:defRPr sz="1300">
                <a:solidFill>
                  <a:srgbClr val="F1F5F9"/>
                </a:solidFill>
              </a:defRPr>
            </a:pPr>
            <a:r>
              <a:rPr dirty="0"/>
              <a:t>Apache Maven, Git y GitHub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2240" y="5029200"/>
            <a:ext cx="49377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Reportes &amp; Despliegue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JasperReports y Microsoft Azure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87C1800-FA83-3F87-44B3-AA7EAB74E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53121" cy="112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72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33CD2-D875-F6B9-B500-112D5279B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96653"/>
            <a:ext cx="9601200" cy="787893"/>
          </a:xfrm>
        </p:spPr>
        <p:txBody>
          <a:bodyPr/>
          <a:lstStyle/>
          <a:p>
            <a:pPr algn="ctr"/>
            <a:r>
              <a:rPr lang="es-ES" dirty="0"/>
              <a:t>JUSTIFICACION 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DE4B68-ACD4-7179-E60F-187AA1495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El proyecto mejora la organización comercial de 'JUEGOS.NET' mediante la centralización de datos. Permite realizar consultas rápidas, control de inventario en tiempo real y generación de reportes estratégicos, además de poner en práctica las competencias avanzadas adquiridas en Lenguaje de Programación II.</a:t>
            </a:r>
            <a:endParaRPr lang="es-PE" dirty="0"/>
          </a:p>
        </p:txBody>
      </p:sp>
      <p:sp>
        <p:nvSpPr>
          <p:cNvPr id="5" name="Rounded Rectangle 3"/>
          <p:cNvSpPr/>
          <p:nvPr/>
        </p:nvSpPr>
        <p:spPr>
          <a:xfrm>
            <a:off x="1024483" y="3751701"/>
            <a:ext cx="5212080" cy="246888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Beneficiarios Directos</a:t>
            </a:r>
          </a:p>
          <a:p>
            <a:br/>
            <a:r>
              <a:t>• Trabajadores de tienda</a:t>
            </a:r>
            <a:br/>
            <a:r>
              <a:t>• Administradores del sistema</a:t>
            </a:r>
            <a:br/>
            <a:r>
              <a:t>• Personal responsable de inventario y pedidos</a:t>
            </a:r>
          </a:p>
        </p:txBody>
      </p:sp>
      <p:sp>
        <p:nvSpPr>
          <p:cNvPr id="6" name="Rounded Rectangle 4"/>
          <p:cNvSpPr/>
          <p:nvPr/>
        </p:nvSpPr>
        <p:spPr>
          <a:xfrm>
            <a:off x="6400800" y="3751701"/>
            <a:ext cx="5212080" cy="246888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dirty="0" err="1"/>
              <a:t>Beneficiarios</a:t>
            </a:r>
            <a:r>
              <a:rPr dirty="0"/>
              <a:t> </a:t>
            </a:r>
            <a:r>
              <a:rPr dirty="0" err="1"/>
              <a:t>Indirectos</a:t>
            </a:r>
            <a:endParaRPr dirty="0"/>
          </a:p>
          <a:p>
            <a:br>
              <a:rPr dirty="0"/>
            </a:br>
            <a:r>
              <a:rPr dirty="0"/>
              <a:t>• </a:t>
            </a:r>
            <a:r>
              <a:rPr dirty="0" err="1"/>
              <a:t>Clientes</a:t>
            </a:r>
            <a:r>
              <a:rPr dirty="0"/>
              <a:t> finales de la tienda web/</a:t>
            </a:r>
            <a:r>
              <a:rPr dirty="0" err="1"/>
              <a:t>física</a:t>
            </a:r>
            <a:br>
              <a:rPr dirty="0"/>
            </a:br>
            <a:r>
              <a:rPr dirty="0"/>
              <a:t>• </a:t>
            </a:r>
            <a:r>
              <a:rPr dirty="0" err="1"/>
              <a:t>Proveedores</a:t>
            </a:r>
            <a:r>
              <a:rPr dirty="0"/>
              <a:t> y </a:t>
            </a:r>
            <a:r>
              <a:rPr dirty="0" err="1"/>
              <a:t>distribuidores</a:t>
            </a:r>
            <a:r>
              <a:rPr dirty="0"/>
              <a:t> de </a:t>
            </a:r>
            <a:r>
              <a:rPr dirty="0" err="1"/>
              <a:t>videojuegos</a:t>
            </a:r>
            <a:br>
              <a:rPr dirty="0"/>
            </a:br>
            <a:r>
              <a:rPr dirty="0"/>
              <a:t>• </a:t>
            </a:r>
            <a:r>
              <a:rPr dirty="0" err="1"/>
              <a:t>Socios</a:t>
            </a:r>
            <a:r>
              <a:rPr dirty="0"/>
              <a:t> </a:t>
            </a:r>
            <a:r>
              <a:rPr dirty="0" err="1"/>
              <a:t>comerciales</a:t>
            </a:r>
            <a:r>
              <a:rPr dirty="0"/>
              <a:t> de JUEGOS.NET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63C11B-1D52-471C-83E1-430CEA718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53121" cy="112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93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055A0-A525-8916-9905-32908BD7D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4981"/>
            <a:ext cx="9601200" cy="716872"/>
          </a:xfrm>
        </p:spPr>
        <p:txBody>
          <a:bodyPr/>
          <a:lstStyle/>
          <a:p>
            <a:pPr algn="ctr"/>
            <a:r>
              <a:rPr lang="es-ES" dirty="0"/>
              <a:t>OBJETIVO DEL PROYECTO 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C4A2B-01D3-AD68-46B6-F1608B5D9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945" y="1824362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Desarrollar el análisis y diseño de un sistema de software para optimizar la atención en tienda física y la gestión de pedidos en línea, mejorando la eficiencia operativa y la satisfacción del cliente.</a:t>
            </a:r>
          </a:p>
          <a:p>
            <a:endParaRPr lang="es-PE" dirty="0"/>
          </a:p>
        </p:txBody>
      </p:sp>
      <p:sp>
        <p:nvSpPr>
          <p:cNvPr id="5" name="Rounded Rectangle 3"/>
          <p:cNvSpPr/>
          <p:nvPr/>
        </p:nvSpPr>
        <p:spPr>
          <a:xfrm>
            <a:off x="969885" y="301752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+30% </a:t>
            </a:r>
            <a:r>
              <a:rPr dirty="0" err="1"/>
              <a:t>Atendidos</a:t>
            </a:r>
            <a:endParaRPr dirty="0"/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Incrementar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30% </a:t>
            </a:r>
            <a:r>
              <a:rPr dirty="0" err="1">
                <a:solidFill>
                  <a:schemeClr val="tx1"/>
                </a:solidFill>
              </a:rPr>
              <a:t>el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número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clientes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atendidos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presencialmente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12 </a:t>
            </a:r>
            <a:r>
              <a:rPr dirty="0"/>
              <a:t>meses.</a:t>
            </a:r>
          </a:p>
        </p:txBody>
      </p:sp>
      <p:sp>
        <p:nvSpPr>
          <p:cNvPr id="6" name="Rounded Rectangle 4"/>
          <p:cNvSpPr/>
          <p:nvPr/>
        </p:nvSpPr>
        <p:spPr>
          <a:xfrm>
            <a:off x="6410565" y="301752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-25% </a:t>
            </a:r>
            <a:r>
              <a:rPr dirty="0" err="1"/>
              <a:t>Quejas</a:t>
            </a:r>
            <a:endParaRPr dirty="0"/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Reducir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25% las </a:t>
            </a:r>
            <a:r>
              <a:rPr dirty="0" err="1">
                <a:solidFill>
                  <a:schemeClr val="tx1"/>
                </a:solidFill>
              </a:rPr>
              <a:t>quejas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por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falta</a:t>
            </a:r>
            <a:r>
              <a:rPr dirty="0">
                <a:solidFill>
                  <a:schemeClr val="tx1"/>
                </a:solidFill>
              </a:rPr>
              <a:t> de stock </a:t>
            </a:r>
            <a:r>
              <a:rPr dirty="0" err="1">
                <a:solidFill>
                  <a:schemeClr val="tx1"/>
                </a:solidFill>
              </a:rPr>
              <a:t>mediante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inventario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tiempo</a:t>
            </a:r>
            <a:r>
              <a:rPr dirty="0">
                <a:solidFill>
                  <a:schemeClr val="tx1"/>
                </a:solidFill>
              </a:rPr>
              <a:t> real.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969885" y="4757099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+50% </a:t>
            </a:r>
            <a:r>
              <a:rPr dirty="0" err="1"/>
              <a:t>Pedidos</a:t>
            </a:r>
            <a:r>
              <a:rPr dirty="0"/>
              <a:t> </a:t>
            </a:r>
            <a:r>
              <a:rPr dirty="0" err="1"/>
              <a:t>Digitales</a:t>
            </a:r>
            <a:endParaRPr dirty="0"/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Aumentar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50% </a:t>
            </a:r>
            <a:r>
              <a:rPr dirty="0" err="1">
                <a:solidFill>
                  <a:schemeClr val="tx1"/>
                </a:solidFill>
              </a:rPr>
              <a:t>los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pedidos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digitales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comparados</a:t>
            </a:r>
            <a:r>
              <a:rPr dirty="0">
                <a:solidFill>
                  <a:schemeClr val="tx1"/>
                </a:solidFill>
              </a:rPr>
              <a:t> con </a:t>
            </a:r>
            <a:r>
              <a:rPr dirty="0" err="1">
                <a:solidFill>
                  <a:schemeClr val="tx1"/>
                </a:solidFill>
              </a:rPr>
              <a:t>el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año</a:t>
            </a:r>
            <a:r>
              <a:rPr dirty="0">
                <a:solidFill>
                  <a:schemeClr val="tx1"/>
                </a:solidFill>
              </a:rPr>
              <a:t> anterior.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10565" y="4757099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3% </a:t>
            </a:r>
            <a:r>
              <a:rPr dirty="0" err="1"/>
              <a:t>Margen</a:t>
            </a:r>
            <a:r>
              <a:rPr dirty="0"/>
              <a:t> de Error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Lograr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máximo</a:t>
            </a:r>
            <a:r>
              <a:rPr dirty="0">
                <a:solidFill>
                  <a:schemeClr val="tx1"/>
                </a:solidFill>
              </a:rPr>
              <a:t> 3% de </a:t>
            </a:r>
            <a:r>
              <a:rPr dirty="0" err="1">
                <a:solidFill>
                  <a:schemeClr val="tx1"/>
                </a:solidFill>
              </a:rPr>
              <a:t>errores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entregas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productos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digitales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DCE3802-EBCD-0A23-B427-8EC505E65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53121" cy="112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75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451E2-0E25-53C1-9FB4-8527CE577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794" y="339571"/>
            <a:ext cx="9601200" cy="841159"/>
          </a:xfrm>
        </p:spPr>
        <p:txBody>
          <a:bodyPr/>
          <a:lstStyle/>
          <a:p>
            <a:r>
              <a:rPr lang="es-ES" dirty="0"/>
              <a:t>Módulo CRUD: Gestión de Productos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BEBC42F-7B2A-7073-97CC-9B649A66B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645" y="0"/>
            <a:ext cx="2151355" cy="112324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6AF4189-E473-511D-E84F-B5B38A105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71" y="1258297"/>
            <a:ext cx="4145872" cy="199685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477CE45-23B2-2BA8-A174-CC4162AD2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241" y="3602851"/>
            <a:ext cx="3639844" cy="289603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3F23060-7431-54D3-D77B-3C66E9E9A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7793" y="1261276"/>
            <a:ext cx="6374669" cy="199387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D1BD2DA-D43E-79F7-00CA-52E1390D82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7792" y="3656703"/>
            <a:ext cx="6374669" cy="102564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271AEBA2-A890-ED45-2AB7-17AC9AB9FE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7793" y="5083901"/>
            <a:ext cx="6374669" cy="102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379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C5CB8-24F6-3A64-0E60-68706E45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JASPER-REPORT  PRODUCTO</a:t>
            </a:r>
            <a:endParaRPr lang="es-PE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3059665-7902-CEC6-4D35-F3505CCC7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8489" y="2286000"/>
            <a:ext cx="5447421" cy="35814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554A935-4621-4290-76F3-7C06B461F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9635" y="0"/>
            <a:ext cx="1352365" cy="63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02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D4D72-6D16-C874-C003-4C033BCF9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6798" y="339169"/>
            <a:ext cx="9601200" cy="843994"/>
          </a:xfrm>
        </p:spPr>
        <p:txBody>
          <a:bodyPr/>
          <a:lstStyle/>
          <a:p>
            <a:r>
              <a:rPr lang="es-ES" dirty="0"/>
              <a:t>Módulo CRUD: Gestión de Proveedores</a:t>
            </a:r>
            <a:endParaRPr lang="es-PE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409CD78-5F85-F448-5AAF-B61262283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635" y="0"/>
            <a:ext cx="1352365" cy="63799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DDAE6F4-6B66-9C9E-A12B-92C3AFEAC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612" y="2789808"/>
            <a:ext cx="3751027" cy="300444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619C794-908B-106D-CBB0-30FDCFA94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712" y="1644420"/>
            <a:ext cx="4717117" cy="84399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221CCFD-DF59-02D9-A9E6-99856D408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6567" y="1608177"/>
            <a:ext cx="5280295" cy="91648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E3EC8C8-1175-AF21-7B06-EB307D8B9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809041"/>
            <a:ext cx="5429250" cy="68580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DE9C8539-4F13-8294-956F-E0222EDD1E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6567" y="3683564"/>
            <a:ext cx="5429250" cy="932824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B8229C8-E384-EB01-D4E6-CD113709CF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342" y="4949785"/>
            <a:ext cx="53244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74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5A124-44F1-A46F-57C5-28DA22694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JASPER-REPORT  PROVEEDORES </a:t>
            </a:r>
            <a:endParaRPr lang="es-PE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433AD8B-AFDF-0404-CBC2-A9AC815E0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87"/>
          <a:stretch>
            <a:fillRect/>
          </a:stretch>
        </p:blipFill>
        <p:spPr>
          <a:xfrm>
            <a:off x="2476870" y="2862262"/>
            <a:ext cx="7486280" cy="24288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FC5C031-8415-5354-BB13-CD2D04671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9635" y="0"/>
            <a:ext cx="1352365" cy="63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5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7F2AD-4A79-810B-D77E-D3DDA54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6074"/>
            <a:ext cx="9601200" cy="814526"/>
          </a:xfrm>
        </p:spPr>
        <p:txBody>
          <a:bodyPr/>
          <a:lstStyle/>
          <a:p>
            <a:r>
              <a:rPr lang="es-ES" dirty="0"/>
              <a:t>Módulo CRUD: Gestión de Cliente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6855995-D2C3-4AB0-7253-7D2B636DE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645" y="0"/>
            <a:ext cx="2151355" cy="11232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B2408E5-CC52-3491-7088-6C78C06C9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689" y="1296370"/>
            <a:ext cx="4688980" cy="135805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40049F4-19F1-6881-4EE3-56025C67D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579" y="2809273"/>
            <a:ext cx="3480137" cy="337665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39690CA-AD18-2611-8ECF-87EF40433A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19" r="3476" b="11296"/>
          <a:stretch>
            <a:fillRect/>
          </a:stretch>
        </p:blipFill>
        <p:spPr>
          <a:xfrm>
            <a:off x="6622739" y="1229456"/>
            <a:ext cx="4776187" cy="151290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26663B0-FC92-5D58-8E43-4011255D9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389" y="2851144"/>
            <a:ext cx="5270885" cy="120967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8AB8588B-3884-BF6E-C33C-0F59EDC412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9748" y="4181747"/>
            <a:ext cx="5362166" cy="1439062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1AC8871E-4759-F74A-077F-7DE88D1C00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9532" y="5741738"/>
            <a:ext cx="5842597" cy="94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9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28358-5EEB-31C6-D493-FC0A1EC37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JASPER-REPORT  CLIENTE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ADA3F9-BAC8-7F16-5FEE-C2FEA5CAB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727BD43-BD77-4BDD-D426-FC1B147CE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2753927"/>
            <a:ext cx="7543800" cy="23622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13F8B8B-984A-8D9D-CEB6-EEF4A09F4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9635" y="0"/>
            <a:ext cx="1352365" cy="63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07652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60</TotalTime>
  <Words>381</Words>
  <Application>Microsoft Office PowerPoint</Application>
  <PresentationFormat>Panorámica</PresentationFormat>
  <Paragraphs>42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Franklin Gothic Book</vt:lpstr>
      <vt:lpstr>Recorte</vt:lpstr>
      <vt:lpstr>PROYECTO DE INVESTIGACIÓN APLICADA "Tienda de Videojuegos “JUEGOS.NET"</vt:lpstr>
      <vt:lpstr>RESUMEN </vt:lpstr>
      <vt:lpstr>JUSTIFICACION </vt:lpstr>
      <vt:lpstr>OBJETIVO DEL PROYECTO </vt:lpstr>
      <vt:lpstr>Módulo CRUD: Gestión de Productos</vt:lpstr>
      <vt:lpstr>JASPER-REPORT  PRODUCTO</vt:lpstr>
      <vt:lpstr>Módulo CRUD: Gestión de Proveedores</vt:lpstr>
      <vt:lpstr>JASPER-REPORT  PROVEEDORES </vt:lpstr>
      <vt:lpstr>Módulo CRUD: Gestión de Cliente</vt:lpstr>
      <vt:lpstr>JASPER-REPORT  CLIENTE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Cristofer Laban</dc:creator>
  <cp:lastModifiedBy>Cristofer Laban</cp:lastModifiedBy>
  <cp:revision>2</cp:revision>
  <dcterms:created xsi:type="dcterms:W3CDTF">2026-10-18T15:29:19Z</dcterms:created>
  <dcterms:modified xsi:type="dcterms:W3CDTF">2026-10-20T01:09:44Z</dcterms:modified>
</cp:coreProperties>
</file>